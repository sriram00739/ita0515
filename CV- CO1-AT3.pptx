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a vardhan" userId="4ab2eff949d8ebd1" providerId="LiveId" clId="{2B34F1E5-3BBE-497F-9028-888D67D4A296}"/>
    <pc:docChg chg="custSel modSld">
      <pc:chgData name="harsha vardhan" userId="4ab2eff949d8ebd1" providerId="LiveId" clId="{2B34F1E5-3BBE-497F-9028-888D67D4A296}" dt="2026-07-27T03:47:15.153" v="68" actId="20577"/>
      <pc:docMkLst>
        <pc:docMk/>
      </pc:docMkLst>
      <pc:sldChg chg="addSp modSp mod">
        <pc:chgData name="harsha vardhan" userId="4ab2eff949d8ebd1" providerId="LiveId" clId="{2B34F1E5-3BBE-497F-9028-888D67D4A296}" dt="2026-07-27T03:47:15.153" v="68" actId="20577"/>
        <pc:sldMkLst>
          <pc:docMk/>
          <pc:sldMk cId="2232622492" sldId="256"/>
        </pc:sldMkLst>
        <pc:spChg chg="add mod">
          <ac:chgData name="harsha vardhan" userId="4ab2eff949d8ebd1" providerId="LiveId" clId="{2B34F1E5-3BBE-497F-9028-888D67D4A296}" dt="2026-07-27T03:47:15.153" v="68" actId="20577"/>
          <ac:spMkLst>
            <pc:docMk/>
            <pc:sldMk cId="2232622492" sldId="256"/>
            <ac:spMk id="3" creationId="{2257B207-1656-50A5-B5A1-A889DFF7E769}"/>
          </ac:spMkLst>
        </pc:spChg>
        <pc:spChg chg="add mod">
          <ac:chgData name="harsha vardhan" userId="4ab2eff949d8ebd1" providerId="LiveId" clId="{2B34F1E5-3BBE-497F-9028-888D67D4A296}" dt="2026-07-24T05:53:39.140" v="8" actId="1076"/>
          <ac:spMkLst>
            <pc:docMk/>
            <pc:sldMk cId="2232622492" sldId="256"/>
            <ac:spMk id="5" creationId="{7290BE21-0E16-1097-430A-A25AF00226DA}"/>
          </ac:spMkLst>
        </pc:spChg>
        <pc:spChg chg="mod">
          <ac:chgData name="harsha vardhan" userId="4ab2eff949d8ebd1" providerId="LiveId" clId="{2B34F1E5-3BBE-497F-9028-888D67D4A296}" dt="2026-07-24T05:57:59.720" v="30" actId="1076"/>
          <ac:spMkLst>
            <pc:docMk/>
            <pc:sldMk cId="2232622492" sldId="256"/>
            <ac:spMk id="7" creationId="{5AE56739-62A2-1102-E025-796A185F9E2A}"/>
          </ac:spMkLst>
        </pc:spChg>
        <pc:spChg chg="add mod">
          <ac:chgData name="harsha vardhan" userId="4ab2eff949d8ebd1" providerId="LiveId" clId="{2B34F1E5-3BBE-497F-9028-888D67D4A296}" dt="2026-07-24T05:54:27.553" v="13" actId="1076"/>
          <ac:spMkLst>
            <pc:docMk/>
            <pc:sldMk cId="2232622492" sldId="256"/>
            <ac:spMk id="8" creationId="{6B75B103-E38C-8027-1BE0-45199CF57912}"/>
          </ac:spMkLst>
        </pc:spChg>
      </pc:sldChg>
      <pc:sldChg chg="addSp delSp modSp mod">
        <pc:chgData name="harsha vardhan" userId="4ab2eff949d8ebd1" providerId="LiveId" clId="{2B34F1E5-3BBE-497F-9028-888D67D4A296}" dt="2026-07-24T06:01:34.085" v="38" actId="14100"/>
        <pc:sldMkLst>
          <pc:docMk/>
          <pc:sldMk cId="2316662932" sldId="264"/>
        </pc:sldMkLst>
        <pc:picChg chg="add mod">
          <ac:chgData name="harsha vardhan" userId="4ab2eff949d8ebd1" providerId="LiveId" clId="{2B34F1E5-3BBE-497F-9028-888D67D4A296}" dt="2026-07-24T05:57:46.686" v="29" actId="14100"/>
          <ac:picMkLst>
            <pc:docMk/>
            <pc:sldMk cId="2316662932" sldId="264"/>
            <ac:picMk id="7" creationId="{14FC3B6C-4BFF-BC66-C820-BA535BA79D55}"/>
          </ac:picMkLst>
        </pc:picChg>
        <pc:picChg chg="add mod">
          <ac:chgData name="harsha vardhan" userId="4ab2eff949d8ebd1" providerId="LiveId" clId="{2B34F1E5-3BBE-497F-9028-888D67D4A296}" dt="2026-07-24T06:01:34.085" v="38" actId="14100"/>
          <ac:picMkLst>
            <pc:docMk/>
            <pc:sldMk cId="2316662932" sldId="264"/>
            <ac:picMk id="13" creationId="{A5900E5A-6730-0E9D-1DF6-5B53F866772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AE56739-62A2-1102-E025-796A185F9E2A}"/>
              </a:ext>
            </a:extLst>
          </p:cNvPr>
          <p:cNvSpPr txBox="1"/>
          <p:nvPr/>
        </p:nvSpPr>
        <p:spPr>
          <a:xfrm>
            <a:off x="2786742" y="1582616"/>
            <a:ext cx="793568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FORMATION USING PINHOLE CAMERA, PERSPECTIVE PROJECTION, DISTORTION, AND ILLUMINATION EFFECTS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57B207-1656-50A5-B5A1-A889DFF7E769}"/>
              </a:ext>
            </a:extLst>
          </p:cNvPr>
          <p:cNvSpPr txBox="1"/>
          <p:nvPr/>
        </p:nvSpPr>
        <p:spPr>
          <a:xfrm>
            <a:off x="8033657" y="4420225"/>
            <a:ext cx="3603172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0810">
              <a:lnSpc>
                <a:spcPct val="100000"/>
              </a:lnSpc>
              <a:spcBef>
                <a:spcPts val="620"/>
              </a:spcBef>
            </a:pPr>
            <a:r>
              <a:rPr lang="en-US" sz="2400" b="1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lang="en-US" sz="2400" b="1" spc="-45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-25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By:</a:t>
            </a:r>
            <a:br>
              <a:rPr lang="en-US" sz="1800" b="1" spc="-25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spc="-25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Harshavardhan R V</a:t>
            </a:r>
            <a:r>
              <a:rPr lang="en-US" sz="1800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(192472163)</a:t>
            </a:r>
          </a:p>
          <a:p>
            <a:pPr marL="130810">
              <a:lnSpc>
                <a:spcPct val="100000"/>
              </a:lnSpc>
              <a:spcBef>
                <a:spcPts val="620"/>
              </a:spcBef>
            </a:pPr>
            <a:r>
              <a:rPr lang="en-US" sz="1800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Y. Jayesh Ranjan (192472201)</a:t>
            </a:r>
          </a:p>
          <a:p>
            <a:pPr marL="130810">
              <a:spcBef>
                <a:spcPts val="62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Someswar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Reddy (192472081)</a:t>
            </a:r>
          </a:p>
          <a:p>
            <a:pPr marL="130810">
              <a:spcBef>
                <a:spcPts val="62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Paneendra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(192321072)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90BE21-0E16-1097-430A-A25AF00226DA}"/>
              </a:ext>
            </a:extLst>
          </p:cNvPr>
          <p:cNvSpPr txBox="1"/>
          <p:nvPr/>
        </p:nvSpPr>
        <p:spPr>
          <a:xfrm>
            <a:off x="1937659" y="4420225"/>
            <a:ext cx="3537854" cy="966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</a:t>
            </a:r>
            <a:r>
              <a:rPr lang="en-IN" sz="2400" b="1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By: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 Carmel Mary Belinda 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75B103-E38C-8027-1BE0-45199CF57912}"/>
              </a:ext>
            </a:extLst>
          </p:cNvPr>
          <p:cNvSpPr txBox="1"/>
          <p:nvPr/>
        </p:nvSpPr>
        <p:spPr>
          <a:xfrm>
            <a:off x="4686299" y="3429000"/>
            <a:ext cx="37446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ITA0515 - COMPUTER VISION</a:t>
            </a:r>
          </a:p>
        </p:txBody>
      </p:sp>
    </p:spTree>
    <p:extLst>
      <p:ext uri="{BB962C8B-B14F-4D97-AF65-F5344CB8AC3E}">
        <p14:creationId xmlns:p14="http://schemas.microsoft.com/office/powerpoint/2010/main" val="2232622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752E7B2-4342-6901-9B90-34A23246A90D}"/>
              </a:ext>
            </a:extLst>
          </p:cNvPr>
          <p:cNvSpPr txBox="1"/>
          <p:nvPr/>
        </p:nvSpPr>
        <p:spPr>
          <a:xfrm>
            <a:off x="2710542" y="1729299"/>
            <a:ext cx="9481458" cy="4411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formation converts a real-world scene into a digital image.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Cameras capture light reflected from objects to create images.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pinhole camera model explains the basic image formation process.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Perspective projection maps 3D objects onto a 2D image plane.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Lens distortion can alter the shape and accuracy of images.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Illumination effects influence image brightness, contrast, and quality</a:t>
            </a:r>
            <a:r>
              <a:rPr lang="en-IN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EA8874-8CC5-53CA-16DD-A01AA2054CA5}"/>
              </a:ext>
            </a:extLst>
          </p:cNvPr>
          <p:cNvSpPr txBox="1"/>
          <p:nvPr/>
        </p:nvSpPr>
        <p:spPr>
          <a:xfrm>
            <a:off x="2057399" y="658977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3249916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6EE21AD-1ACC-47D8-BB56-0D0343D92D10}"/>
              </a:ext>
            </a:extLst>
          </p:cNvPr>
          <p:cNvSpPr txBox="1"/>
          <p:nvPr/>
        </p:nvSpPr>
        <p:spPr>
          <a:xfrm>
            <a:off x="2100943" y="669863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FORMATION PROCESS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2DB62F-C63A-B861-61B0-A8DBF98502BE}"/>
              </a:ext>
            </a:extLst>
          </p:cNvPr>
          <p:cNvSpPr txBox="1"/>
          <p:nvPr/>
        </p:nvSpPr>
        <p:spPr>
          <a:xfrm>
            <a:off x="2427515" y="1756593"/>
            <a:ext cx="6313714" cy="4411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 source illuminates the object.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reflects the light rays.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 lens collects and focuses the light.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sensor converts light into electrical signals.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Signals are processed into a digital image.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8CADFC-9BF0-FAFD-32E7-1E80417D4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6429" y="1756593"/>
            <a:ext cx="3494314" cy="4726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564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D61C5D-E966-7548-4437-06921A0E281E}"/>
              </a:ext>
            </a:extLst>
          </p:cNvPr>
          <p:cNvSpPr txBox="1"/>
          <p:nvPr/>
        </p:nvSpPr>
        <p:spPr>
          <a:xfrm>
            <a:off x="2046515" y="69163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PINHOLE CAMERA MODEL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020C2C-D135-085B-C838-A2816198DAF0}"/>
              </a:ext>
            </a:extLst>
          </p:cNvPr>
          <p:cNvSpPr txBox="1"/>
          <p:nvPr/>
        </p:nvSpPr>
        <p:spPr>
          <a:xfrm>
            <a:off x="2764970" y="1297553"/>
            <a:ext cx="8784771" cy="5150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tiny pinhole instead of a lens.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 rays pass through a single opening.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Forms an inverted image on the image plane.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Produces sharp images with accurate geometry.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Eliminates lens distortion because no lens is used.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Serves as the basic model for understanding image formation in computer vision.</a:t>
            </a:r>
          </a:p>
        </p:txBody>
      </p:sp>
    </p:spTree>
    <p:extLst>
      <p:ext uri="{BB962C8B-B14F-4D97-AF65-F5344CB8AC3E}">
        <p14:creationId xmlns:p14="http://schemas.microsoft.com/office/powerpoint/2010/main" val="1382377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F783737-690B-8298-17F0-0B6CF9CE3798}"/>
              </a:ext>
            </a:extLst>
          </p:cNvPr>
          <p:cNvSpPr txBox="1"/>
          <p:nvPr/>
        </p:nvSpPr>
        <p:spPr>
          <a:xfrm>
            <a:off x="1926771" y="735177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PERSPECTIVE PROJECTION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7B0088-0138-4A01-8D42-17F2191228C8}"/>
              </a:ext>
            </a:extLst>
          </p:cNvPr>
          <p:cNvSpPr txBox="1"/>
          <p:nvPr/>
        </p:nvSpPr>
        <p:spPr>
          <a:xfrm>
            <a:off x="1600200" y="1894426"/>
            <a:ext cx="10591800" cy="4411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Projects three-dimensional objects onto a two-dimensional image plane accurately.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Objects farther from the camera appear noticeably smaller than nearby objects.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Preserves depth information for realistic representation of real-world scenes.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Simulates human vision by maintaining natural object size relationships.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Widely used in computer vision, robotics, and three-dimensional graphics.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accurate scene analysis, object detection, and distance estimation.</a:t>
            </a:r>
          </a:p>
        </p:txBody>
      </p:sp>
    </p:spTree>
    <p:extLst>
      <p:ext uri="{BB962C8B-B14F-4D97-AF65-F5344CB8AC3E}">
        <p14:creationId xmlns:p14="http://schemas.microsoft.com/office/powerpoint/2010/main" val="913470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B205FDD-AEA4-8E44-0246-F6C59AB929A5}"/>
              </a:ext>
            </a:extLst>
          </p:cNvPr>
          <p:cNvSpPr txBox="1"/>
          <p:nvPr/>
        </p:nvSpPr>
        <p:spPr>
          <a:xfrm>
            <a:off x="1894113" y="724290"/>
            <a:ext cx="78268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DISTORTION AND ILLUMINATION EFFECTS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79CA9E-3C25-8F43-227F-F84FACDE725B}"/>
              </a:ext>
            </a:extLst>
          </p:cNvPr>
          <p:cNvSpPr txBox="1"/>
          <p:nvPr/>
        </p:nvSpPr>
        <p:spPr>
          <a:xfrm>
            <a:off x="2656114" y="1782357"/>
            <a:ext cx="3842657" cy="2488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Distortion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Barrel distortion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Pincushion distortion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Tangential distortion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278062-9AAE-7D90-A8C0-BEB6558B0052}"/>
              </a:ext>
            </a:extLst>
          </p:cNvPr>
          <p:cNvSpPr txBox="1"/>
          <p:nvPr/>
        </p:nvSpPr>
        <p:spPr>
          <a:xfrm>
            <a:off x="7119257" y="1782357"/>
            <a:ext cx="4212772" cy="3596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Illumination Effects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lighting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Overexposure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Shadows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Reflections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Uneven brightness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68B741-0B66-B75A-DE23-2FCC35712795}"/>
              </a:ext>
            </a:extLst>
          </p:cNvPr>
          <p:cNvSpPr txBox="1"/>
          <p:nvPr/>
        </p:nvSpPr>
        <p:spPr>
          <a:xfrm>
            <a:off x="2656114" y="4363852"/>
            <a:ext cx="6607628" cy="2333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Impact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image quality.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Affects object detection.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Lowers recognition accuracy</a:t>
            </a:r>
            <a:r>
              <a:rPr lang="en-IN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8814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2905C6A-EE8C-C476-0905-85474B1CB0E3}"/>
              </a:ext>
            </a:extLst>
          </p:cNvPr>
          <p:cNvSpPr txBox="1"/>
          <p:nvPr/>
        </p:nvSpPr>
        <p:spPr>
          <a:xfrm>
            <a:off x="1981199" y="648091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C3694E-343C-A371-5215-4DA5BCA01D5B}"/>
              </a:ext>
            </a:extLst>
          </p:cNvPr>
          <p:cNvSpPr txBox="1"/>
          <p:nvPr/>
        </p:nvSpPr>
        <p:spPr>
          <a:xfrm>
            <a:off x="1883228" y="1676514"/>
            <a:ext cx="10493829" cy="4411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recognition identifies individuals using captured facial images accurately.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vehicles detect roads, obstacles, and traffic conditions safely.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imaging supports accurate diagnosis  high-quality digital images.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Robotics enables navigation, object detection, and automated task execution.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Surveillance systems improve security  continuous real-time image monitoring.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Augmented reality combines digital objects with real-world camera views. </a:t>
            </a:r>
          </a:p>
        </p:txBody>
      </p:sp>
    </p:spTree>
    <p:extLst>
      <p:ext uri="{BB962C8B-B14F-4D97-AF65-F5344CB8AC3E}">
        <p14:creationId xmlns:p14="http://schemas.microsoft.com/office/powerpoint/2010/main" val="2173433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7E5D0BB-1543-A7E9-95F5-80FA7CDC81C4}"/>
              </a:ext>
            </a:extLst>
          </p:cNvPr>
          <p:cNvSpPr txBox="1"/>
          <p:nvPr/>
        </p:nvSpPr>
        <p:spPr>
          <a:xfrm>
            <a:off x="2068286" y="70252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81409E-6F20-01C7-255E-7A4DC5AF2A9F}"/>
              </a:ext>
            </a:extLst>
          </p:cNvPr>
          <p:cNvSpPr txBox="1"/>
          <p:nvPr/>
        </p:nvSpPr>
        <p:spPr>
          <a:xfrm>
            <a:off x="1469571" y="1613066"/>
            <a:ext cx="10722429" cy="4411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formation converts real-world scenes meaningful digital images accurately.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Pinhole camera model explains the fundamental principles of image formation.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Perspective projection creates realistic images with accurate depth perception.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Distortion and illumination significantly influence overall image quality accuracy.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image formation improves performance of modern computer.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concepts support advancements in robotics, healthcare, autonomous systems.</a:t>
            </a:r>
          </a:p>
        </p:txBody>
      </p:sp>
    </p:spTree>
    <p:extLst>
      <p:ext uri="{BB962C8B-B14F-4D97-AF65-F5344CB8AC3E}">
        <p14:creationId xmlns:p14="http://schemas.microsoft.com/office/powerpoint/2010/main" val="78343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15FDA-A630-5C05-3B81-1CD709306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FC3B6C-4BFF-BC66-C820-BA535BA79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5900E5A-6730-0E9D-1DF6-5B53F86677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66293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65</TotalTime>
  <Words>452</Words>
  <Application>Microsoft Office PowerPoint</Application>
  <PresentationFormat>Widescreen</PresentationFormat>
  <Paragraphs>64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Century Gothic</vt:lpstr>
      <vt:lpstr>Times New Roman</vt:lpstr>
      <vt:lpstr>Wingdings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harsha vardhan</dc:creator>
  <cp:lastModifiedBy>harsha vardhan</cp:lastModifiedBy>
  <cp:revision>1</cp:revision>
  <dcterms:created xsi:type="dcterms:W3CDTF">2026-07-23T16:23:16Z</dcterms:created>
  <dcterms:modified xsi:type="dcterms:W3CDTF">2026-07-27T03:47:20Z</dcterms:modified>
</cp:coreProperties>
</file>